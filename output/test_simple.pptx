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2026 全球大趋势：在碎片化世界中寻找新范式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特朗普2.0时代的全球重构、AI的落地考量与经济气候的临界点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核心洞见：2026年标志着旧有全球秩序的彻底终结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38190" y="1371600"/>
            <a:ext cx="914400" cy="8229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21070" y="141732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地缘政治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8510" y="1417320"/>
            <a:ext cx="-18288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美国走向孤立与交易型外交，中国加速布局全球南方，欧洲被迫军事觉醒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390" y="2423160"/>
            <a:ext cx="2286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5270" y="246888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全球经济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2710" y="2468880"/>
            <a:ext cx="-4572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关税引发供应链"敏捷重构"，高赤字导致债券市场面临灰犀牛风险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6590" y="3474720"/>
            <a:ext cx="36576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9470" y="352044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技术演进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910" y="3520440"/>
            <a:ext cx="914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AI从"狂热投资"转向"企业ROI落地"，底层白领岗位面临系统性消失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0790" y="4526280"/>
            <a:ext cx="50292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3670" y="457200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社会与环境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1110" y="4572000"/>
            <a:ext cx="2286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1.5°C气候红线被正式突破，廉价GLP-1减肥药重塑全球健康版图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全球趋势研究报告, 2026</a:t>
            </a:r>
          </a:p>
        </p:txBody>
      </p:sp>
      <p:pic>
        <p:nvPicPr>
          <p:cNvPr id="17" name="Picture 16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美国的孤立主义与"交易型外交"重塑全球规则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周年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美国建国250周年之际，内部分歧达到顶峰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详细说明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外交不再基于战略同盟，而是通过关税大棒和利益交换解决问题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美国可能动摇美联储的独立性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各国无法再依赖美国的"安全伞"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地缘政治分析,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