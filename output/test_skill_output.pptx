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8B000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097280"/>
            <a:ext cx="10058400" cy="73152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defRPr sz="4400" b="1">
                <a:solidFill>
                  <a:srgbClr val="8B0000"/>
                </a:solidFill>
                <a:latin typeface="Georgia"/>
              </a:defRPr>
            </a:pPr>
            <a:r>
              <a:rPr>
                <a:ea typeface="KaiTi"/>
              </a:rPr>
              <a:t>测试封面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103120"/>
            <a:ext cx="10058400" cy="73152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副标题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291840"/>
            <a:ext cx="10058400" cy="45720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666666"/>
                </a:solidFill>
                <a:latin typeface="Arial"/>
              </a:defRPr>
            </a:pPr>
            <a:r>
              <a:rPr>
                <a:ea typeface="KaiTi"/>
              </a:rPr>
              <a:t>测试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023360"/>
            <a:ext cx="10058400" cy="45720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666666"/>
                </a:solidFill>
                <a:latin typeface="Arial"/>
              </a:defRPr>
            </a:pPr>
            <a:r>
              <a:rPr>
                <a:ea typeface="KaiTi"/>
              </a:rPr>
              <a:t>2026</a:t>
            </a:r>
          </a:p>
        </p:txBody>
      </p:sp>
      <p:sp>
        <p:nvSpPr>
          <p:cNvPr id="7" name="Rectangle 6"/>
          <p:cNvSpPr/>
          <p:nvPr/>
        </p:nvSpPr>
        <p:spPr>
          <a:xfrm>
            <a:off x="914400" y="6217920"/>
            <a:ext cx="3657600" cy="25400"/>
          </a:xfrm>
          <a:prstGeom prst="rect">
            <a:avLst/>
          </a:prstGeom>
          <a:solidFill>
            <a:srgbClr val="8B000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40" cy="6858000"/>
          </a:xfrm>
          <a:prstGeom prst="rect">
            <a:avLst/>
          </a:prstGeom>
          <a:solidFill>
            <a:srgbClr val="8B000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1828800"/>
            <a:ext cx="9144000" cy="73152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666666"/>
                </a:solidFill>
                <a:latin typeface="Georgia"/>
              </a:defRPr>
            </a:pPr>
            <a:r>
              <a:rPr>
                <a:ea typeface="KaiTi"/>
              </a:rPr>
              <a:t>第一部分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2560320"/>
            <a:ext cx="9144000" cy="109728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defRPr sz="2800" b="1">
                <a:solidFill>
                  <a:srgbClr val="8B0000"/>
                </a:solidFill>
                <a:latin typeface="Georgia"/>
              </a:defRPr>
            </a:pPr>
            <a:r>
              <a:rPr>
                <a:ea typeface="KaiTi"/>
              </a:rPr>
              <a:t>测试章节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3840480"/>
            <a:ext cx="9144000" cy="54864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章节副标题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92240"/>
            <a:ext cx="914400" cy="27432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r">
              <a:lnSpc>
                <a:spcPts val="1215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666666"/>
                </a:solidFill>
                <a:latin typeface="Arial"/>
              </a:defRPr>
            </a:pPr>
            <a:r>
              <a:rPr>
                <a:ea typeface="KaiTi"/>
              </a:rPr>
              <a:t>2/3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37160"/>
            <a:ext cx="10698480" cy="822960"/>
          </a:xfrm>
          <a:prstGeom prst="rect">
            <a:avLst/>
          </a:prstGeom>
          <a:noFill/>
        </p:spPr>
        <p:txBody>
          <a:bodyPr wrap="square" anchor="b" lIns="45720" tIns="45720" rIns="45720" bIns="45720"/>
          <a:lstStyle/>
          <a:p>
            <a:pPr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000000"/>
                </a:solidFill>
                <a:latin typeface="Georgia"/>
              </a:defRPr>
            </a:pPr>
            <a:r>
              <a:rPr>
                <a:ea typeface="KaiTi"/>
              </a:rPr>
              <a:t>测试表格+洞察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960120"/>
            <a:ext cx="10698480" cy="635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2194560" cy="36576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00000"/>
                </a:solidFill>
                <a:latin typeface="Arial"/>
              </a:defRPr>
            </a:pPr>
            <a:r>
              <a:rPr>
                <a:ea typeface="KaiTi"/>
              </a:rPr>
              <a:t>列1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926080" y="1280160"/>
            <a:ext cx="2194560" cy="36576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00000"/>
                </a:solidFill>
                <a:latin typeface="Arial"/>
              </a:defRPr>
            </a:pPr>
            <a:r>
              <a:rPr>
                <a:ea typeface="KaiTi"/>
              </a:rPr>
              <a:t>列2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120640" y="1280160"/>
            <a:ext cx="2194560" cy="36576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00000"/>
                </a:solidFill>
                <a:latin typeface="Arial"/>
              </a:defRPr>
            </a:pPr>
            <a:r>
              <a:rPr>
                <a:ea typeface="KaiTi"/>
              </a:rPr>
              <a:t>列3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1691640"/>
            <a:ext cx="6583680" cy="127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783080"/>
            <a:ext cx="2194560" cy="1417320"/>
          </a:xfrm>
          <a:prstGeom prst="rect">
            <a:avLst/>
          </a:prstGeom>
          <a:noFill/>
        </p:spPr>
        <p:txBody>
          <a:bodyPr wrap="square" anchor="ctr" lIns="45720" tIns="45720" rIns="45720" bIns="45720"/>
          <a:lstStyle/>
          <a:p>
            <a:pPr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000000"/>
                </a:solidFill>
                <a:latin typeface="Arial"/>
              </a:defRPr>
            </a:pPr>
            <a:r>
              <a:rPr>
                <a:ea typeface="KaiTi"/>
              </a:rPr>
              <a:t>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926080" y="1783080"/>
            <a:ext cx="2194560" cy="1417320"/>
          </a:xfrm>
          <a:prstGeom prst="rect">
            <a:avLst/>
          </a:prstGeom>
          <a:noFill/>
        </p:spPr>
        <p:txBody>
          <a:bodyPr wrap="square" anchor="ctr" lIns="45720" tIns="45720" rIns="45720" bIns="45720"/>
          <a:lstStyle/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333333"/>
                </a:solidFill>
                <a:latin typeface="Arial"/>
                <a:ea typeface="KaiTi"/>
              </a:rPr>
              <a:t>B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120640" y="1783080"/>
            <a:ext cx="2194560" cy="1417320"/>
          </a:xfrm>
          <a:prstGeom prst="rect">
            <a:avLst/>
          </a:prstGeom>
          <a:noFill/>
        </p:spPr>
        <p:txBody>
          <a:bodyPr wrap="square" anchor="ctr" lIns="45720" tIns="45720" rIns="45720" bIns="45720"/>
          <a:lstStyle/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333333"/>
                </a:solidFill>
                <a:latin typeface="Arial"/>
                <a:ea typeface="KaiTi"/>
              </a:rPr>
              <a:t>C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31520" y="3200400"/>
            <a:ext cx="6583680" cy="635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3200400"/>
            <a:ext cx="2194560" cy="1417320"/>
          </a:xfrm>
          <a:prstGeom prst="rect">
            <a:avLst/>
          </a:prstGeom>
          <a:noFill/>
        </p:spPr>
        <p:txBody>
          <a:bodyPr wrap="square" anchor="ctr" lIns="45720" tIns="45720" rIns="45720" bIns="45720"/>
          <a:lstStyle/>
          <a:p>
            <a:pPr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000000"/>
                </a:solidFill>
                <a:latin typeface="Arial"/>
              </a:defRPr>
            </a:pPr>
            <a:r>
              <a:rPr>
                <a:ea typeface="KaiTi"/>
              </a:rPr>
              <a:t>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926080" y="3200400"/>
            <a:ext cx="2194560" cy="1417320"/>
          </a:xfrm>
          <a:prstGeom prst="rect">
            <a:avLst/>
          </a:prstGeom>
          <a:noFill/>
        </p:spPr>
        <p:txBody>
          <a:bodyPr wrap="square" anchor="ctr" lIns="45720" tIns="45720" rIns="45720" bIns="45720"/>
          <a:lstStyle/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333333"/>
                </a:solidFill>
                <a:latin typeface="Arial"/>
                <a:ea typeface="KaiTi"/>
              </a:rPr>
              <a:t>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120640" y="3200400"/>
            <a:ext cx="2194560" cy="1417320"/>
          </a:xfrm>
          <a:prstGeom prst="rect">
            <a:avLst/>
          </a:prstGeom>
          <a:noFill/>
        </p:spPr>
        <p:txBody>
          <a:bodyPr wrap="square" anchor="ctr" lIns="45720" tIns="45720" rIns="45720" bIns="45720"/>
          <a:lstStyle/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333333"/>
                </a:solidFill>
                <a:latin typeface="Arial"/>
                <a:ea typeface="KaiTi"/>
              </a:rPr>
              <a:t>F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31520" y="4617720"/>
            <a:ext cx="6583680" cy="635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Chevron 15"/>
          <p:cNvSpPr/>
          <p:nvPr/>
        </p:nvSpPr>
        <p:spPr>
          <a:xfrm>
            <a:off x="7406640" y="3108960"/>
            <a:ext cx="457200" cy="457200"/>
          </a:xfrm>
          <a:prstGeom prst="chevron">
            <a:avLst/>
          </a:prstGeom>
          <a:solidFill>
            <a:srgbClr val="33333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863840" y="1188720"/>
            <a:ext cx="3687775" cy="5303520"/>
          </a:xfrm>
          <a:prstGeom prst="rect">
            <a:avLst/>
          </a:prstGeom>
          <a:solidFill>
            <a:srgbClr val="F8F8F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955280" y="1371600"/>
            <a:ext cx="3504895" cy="41148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000000"/>
                </a:solidFill>
                <a:latin typeface="Arial"/>
              </a:defRPr>
            </a:pPr>
            <a:r>
              <a:rPr>
                <a:ea typeface="KaiTi"/>
              </a:rPr>
              <a:t>启示：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955280" y="1874520"/>
            <a:ext cx="228600" cy="217170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00000"/>
                </a:solidFill>
                <a:latin typeface="Arial"/>
              </a:defRPr>
            </a:pPr>
            <a:r>
              <a:rPr>
                <a:ea typeface="KaiTi"/>
              </a:rPr>
              <a:t>•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0" y="1874520"/>
            <a:ext cx="3184855" cy="217170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洞察1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955280" y="4183380"/>
            <a:ext cx="228600" cy="217170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00000"/>
                </a:solidFill>
                <a:latin typeface="Arial"/>
              </a:defRPr>
            </a:pPr>
            <a:r>
              <a:rPr>
                <a:ea typeface="KaiTi"/>
              </a:rPr>
              <a:t>•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29600" y="4183380"/>
            <a:ext cx="3184855" cy="217170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洞察2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1520" y="6446520"/>
            <a:ext cx="10058400" cy="27432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215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666666"/>
                </a:solidFill>
                <a:latin typeface="Arial"/>
              </a:defRPr>
            </a:pPr>
            <a:r>
              <a:rPr>
                <a:ea typeface="KaiTi"/>
              </a:rPr>
              <a:t>测试来源</a:t>
            </a:r>
          </a:p>
        </p:txBody>
      </p:sp>
      <p:pic>
        <p:nvPicPr>
          <p:cNvPr id="24" name="Picture 23" descr="Lululemon-Logo-PNG-HD (1)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07675" y="6153150"/>
            <a:ext cx="952500" cy="952500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11155680" y="6492240"/>
            <a:ext cx="914400" cy="27432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r">
              <a:lnSpc>
                <a:spcPts val="1215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666666"/>
                </a:solidFill>
                <a:latin typeface="Arial"/>
              </a:defRPr>
            </a:pPr>
            <a:r>
              <a:rPr>
                <a:ea typeface="KaiTi"/>
              </a:rPr>
              <a:t>3/3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