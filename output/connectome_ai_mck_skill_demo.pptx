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12801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Mck-ppt-design-skill 示例演示：</a:t>
            </a:r>
            <a:br/>
            <a:r>
              <a:rPr>
                <a:ea typeface="KaiTi"/>
              </a:rPr>
              <a:t>连接组学与 AI 驱动的大脑动态建模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46120"/>
            <a:ext cx="9601200" cy="7315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为什么“只有接线图还不够”，以及为什么 AI 正成为预测全脑活动的关键工具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10241280" cy="5486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基于用户提供文献摘要整理｜版式按 Mck-ppt-design-skill 规范生成｜2026 年 3 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172200"/>
            <a:ext cx="292608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作者/生成方式：GPT + python-pptx + Mck-ppt-design-skill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为何用 Mck-ppt-design-skill 来表达这类跨学科综述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41832"/>
            <a:ext cx="10728655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417320"/>
            <a:ext cx="420624" cy="4206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99032"/>
            <a:ext cx="274320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结构化叙事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371600"/>
            <a:ext cx="7818120" cy="868680"/>
          </a:xfrm>
          <a:prstGeom prst="rect">
            <a:avLst/>
          </a:prstGeom>
          <a:solidFill>
            <a:srgbClr val="E9F6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8768" y="1490472"/>
            <a:ext cx="7406640" cy="5943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把“背景-论点-证据-结论”组织成咨询式页面，便于从复杂文献中提炼主张。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371600"/>
            <a:ext cx="109728" cy="868680"/>
          </a:xfrm>
          <a:prstGeom prst="rect">
            <a:avLst/>
          </a:prstGeom>
          <a:solidFill>
            <a:srgbClr val="00A9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43200"/>
            <a:ext cx="420624" cy="4206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24912"/>
            <a:ext cx="274320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统一视觉层级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697480"/>
            <a:ext cx="7818120" cy="868680"/>
          </a:xfrm>
          <a:prstGeom prst="rect">
            <a:avLst/>
          </a:prstGeom>
          <a:solidFill>
            <a:srgbClr val="E9F5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2816352"/>
            <a:ext cx="7406640" cy="5943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固定标题、正文、脚注与强调色体系，让跨学科信息在一页内也保持清晰可读。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697480"/>
            <a:ext cx="109728" cy="8686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069080"/>
            <a:ext cx="420624" cy="4206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50792"/>
            <a:ext cx="274320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稳定工程化交付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023360"/>
            <a:ext cx="7818120" cy="8686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8768" y="4142232"/>
            <a:ext cx="7406640" cy="5943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通过中文字体控制、行距控制与 XML 清理，降低 PPT 打不开、错位、重叠等问题。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023360"/>
            <a:ext cx="109728" cy="868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4406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本 deck 因此采用“先给结论，再给案例”的表达结构：更像研究负责人汇报，而不是线性读论文。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28232"/>
            <a:ext cx="1024128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Mck-ppt-design-skill README / design specification, GitHub repository by likaku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28232"/>
            <a:ext cx="32004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执行摘要｜该领域的四个关键判断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41832"/>
            <a:ext cx="10728655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8229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89888"/>
            <a:ext cx="9966960" cy="64008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核心结论：连接组学提供结构边界，AI 与动态模型提供功能解释；两者结合，才可能走向可信的全脑预测。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2487168" cy="2880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578608"/>
            <a:ext cx="420624" cy="4206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78608"/>
            <a:ext cx="1755648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静态连接图不够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044952"/>
            <a:ext cx="221284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2212848" cy="19202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没有动力学、电突触、神经调节与状态依赖信息，无法单独解释脑功能。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1568" y="2468880"/>
            <a:ext cx="2487168" cy="2880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11296" y="2578608"/>
            <a:ext cx="420624" cy="4206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928" y="2578608"/>
            <a:ext cx="1755648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连接组约束 AI 更可解释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8728" y="3044952"/>
            <a:ext cx="221284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3200400"/>
            <a:ext cx="2212848" cy="19202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真实稀疏连接减少自由度，更容易逼近生物机制，并做出单细胞级预测。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2468880"/>
            <a:ext cx="2487168" cy="2880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81344" y="2578608"/>
            <a:ext cx="420624" cy="4206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2578608"/>
            <a:ext cx="1755648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AI 已能预测全脑活动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044952"/>
            <a:ext cx="221284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3200400"/>
            <a:ext cx="2212848" cy="19202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RNN、Transformer 与基础模型正从拟合历史走向预测未来脑状态。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41664" y="2468880"/>
            <a:ext cx="2487168" cy="2880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51392" y="2578608"/>
            <a:ext cx="420624" cy="4206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578608"/>
            <a:ext cx="1755648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统一基准决定领域增速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78824" y="3044952"/>
            <a:ext cx="221284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8824" y="3200400"/>
            <a:ext cx="2212848" cy="19202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像 WeatherBench 一样，神经科学需要公开基准来比较模型、数据和训练策略。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28232"/>
            <a:ext cx="1024128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Based on user-provided literature synthesis across worm, fly, zebrafish, and mouse studies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28232"/>
            <a:ext cx="32004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观点一｜仅有连接组学是巨大的解剖成就，但仍不足以单独解释脑功能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41832"/>
            <a:ext cx="10728655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6949440" cy="347472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“接线图”告诉我们谁连到谁；但真正决定输出的，是连接如何在时间中被激活、调制与重写。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69494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6903720" cy="35661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大规模连接组绘制（如果蝇全脑、人脑皮层片段）极大提升了我们对结构约束的认识。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但静态图谱缺少神经元内在动力学、短时程/长时程可塑性、电突触与神经调质状态。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同一结构在不同任务、觉醒水平或感觉背景下，可表现出完全不同的有效连接与动力学。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因此真正需要回答的问题，不是“线路图是什么”，而是“这张图在什么规则下运行”。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371600"/>
            <a:ext cx="3200400" cy="45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1572768"/>
            <a:ext cx="2788920" cy="29260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30768" y="1993392"/>
            <a:ext cx="2743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2148840"/>
            <a:ext cx="2788920" cy="35661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 结构是必要约束，不是充分解释。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 功能需要时间维与状态维。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 计算模型负责填补“结构→功能”的空白。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28232"/>
            <a:ext cx="1024128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Connectomics + functional modeling argument summarized from the provided research 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28232"/>
            <a:ext cx="32004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观点二｜连接组约束的 AI 模型更容易逼近真实生物计算机制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41832"/>
            <a:ext cx="10728655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35024"/>
            <a:ext cx="10728655" cy="7132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26464"/>
            <a:ext cx="10058400" cy="512064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真实稀疏连接将搜索空间从“任何网络都可以”收缩为“只有生物上可能的网络可以”——可解释性因此显著提高。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3474720" cy="3063240"/>
          </a:xfrm>
          <a:prstGeom prst="rect">
            <a:avLst/>
          </a:prstGeom>
          <a:solidFill>
            <a:srgbClr val="E9F6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3474720" cy="502920"/>
          </a:xfrm>
          <a:prstGeom prst="rect">
            <a:avLst/>
          </a:prstGeom>
          <a:solidFill>
            <a:srgbClr val="00A9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31720"/>
            <a:ext cx="3255264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机制层收益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17520"/>
            <a:ext cx="3145536" cy="21945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显著减少自由参数与等价解。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让训练更聚焦于单神经元与突触参数。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更容易把“任务成功”映射回“生物机制成立”。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2331720"/>
            <a:ext cx="3474720" cy="3063240"/>
          </a:xfrm>
          <a:prstGeom prst="rect">
            <a:avLst/>
          </a:prstGeom>
          <a:solidFill>
            <a:srgbClr val="E9F5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2331720"/>
            <a:ext cx="3474720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2331720"/>
            <a:ext cx="3255264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预测层收益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17520"/>
            <a:ext cx="3145536" cy="21945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可做到单细胞活动预测，而不只是群体平均。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更适合与独立实验数据逐项比对。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更利于发现哪些参数是关键瓶颈。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2331720"/>
            <a:ext cx="3474720" cy="306324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2331720"/>
            <a:ext cx="34747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1584" y="2331720"/>
            <a:ext cx="3255264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果蝇案例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017520"/>
            <a:ext cx="3145536" cy="21945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视觉运动通路模型覆盖 64 类细胞。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连接方式来自实验测量的真实连接组。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训练后既完成任务，也匹配 26 项独立细胞响应测量。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28232"/>
            <a:ext cx="1024128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Drosophila connectome-constrained modeling examples; see also Nature/Nature Neuroscience search results on connectome-constrained recurrent networks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28232"/>
            <a:ext cx="32004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观点三｜人工智能已成为预测与模拟全脑神经活动的强大工具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41832"/>
            <a:ext cx="10728655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07040" cy="38404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从线虫到小鼠，模型能力正在从“便宜地复现已有动力学”扩展到“跨个体、跨刺激、跨时间地预测未来活动”。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74920" cy="347472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A. 斑马鱼：直接吃 3D 体视频，保留空间关系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9424"/>
            <a:ext cx="507492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5074920" cy="32918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ZAPBench 将全脑光片记录组织成统一预测基准。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把 volumetric video 直接输入 3D U-Net，可隐式学习神经元空间邻近关系。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其表现优于仅基于 1D trace 的时间序列模型。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POCO 的“群体条件化”说明一个模型可在不同个体间快速适配。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074920" cy="347472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B. 小鼠：基础模型开始具备迁移与泛化能力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249424"/>
            <a:ext cx="507492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074920" cy="32918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QuantFormer、BrainLM 利用海量双光子钙成像训练统一表示。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掩码自编码与向量量化帮助模型在未见刺激上仍保持有效编码。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只需少量新数据即可迁移到新个体，说明模型已具“脑活动基础模型”雏形。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28232"/>
            <a:ext cx="1024128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ZAPBench / POCO / QuantFormer / BrainLM examples summarized from the provided literature outline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28232"/>
            <a:ext cx="32004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观点四｜统一基准是推动领域从“好故事”走向“可累积进步”的关键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41832"/>
            <a:ext cx="10728655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108960" cy="1691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2651760" cy="6400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WeatherBench</a:t>
            </a:r>
            <a:br/>
            <a:r>
              <a:rPr>
                <a:ea typeface="KaiTi"/>
              </a:rPr>
              <a:t>给天气预测带来统一标尺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45920"/>
            <a:ext cx="7223760" cy="10972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神经科学正在进入类似阶段：如果没有统一任务、统一数据拆分、统一评价指标，任何模型“有效”都难以横向比较。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0728655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4069080"/>
            <a:ext cx="384048" cy="38404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41648"/>
            <a:ext cx="1920240" cy="29260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统一任务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25696"/>
            <a:ext cx="2057400" cy="9144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如未来 1 步 / 多步预测、跨个体泛化、缺失神经元补全</a:t>
            </a:r>
          </a:p>
        </p:txBody>
      </p:sp>
      <p:sp>
        <p:nvSpPr>
          <p:cNvPr id="11" name="Oval 10"/>
          <p:cNvSpPr/>
          <p:nvPr/>
        </p:nvSpPr>
        <p:spPr>
          <a:xfrm>
            <a:off x="3611880" y="4069080"/>
            <a:ext cx="384048" cy="38404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041648"/>
            <a:ext cx="1920240" cy="29260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统一数据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4425696"/>
            <a:ext cx="2057400" cy="9144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公开预处理、时间切分、训练/验证/测试划分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4069080"/>
            <a:ext cx="384048" cy="38404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041648"/>
            <a:ext cx="1920240" cy="29260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统一指标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425696"/>
            <a:ext cx="2057400" cy="9144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相关系数、解释方差、多步滚动误差、跨个体迁移表现</a:t>
            </a:r>
          </a:p>
        </p:txBody>
      </p:sp>
      <p:sp>
        <p:nvSpPr>
          <p:cNvPr id="17" name="Oval 16"/>
          <p:cNvSpPr/>
          <p:nvPr/>
        </p:nvSpPr>
        <p:spPr>
          <a:xfrm>
            <a:off x="9006840" y="4069080"/>
            <a:ext cx="384048" cy="38404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4041648"/>
            <a:ext cx="1920240" cy="29260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统一基线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4425696"/>
            <a:ext cx="2057400" cy="9144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trace-based / volumetric / RNN / Transformer / foundation model 并列对照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28232"/>
            <a:ext cx="1024128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WeatherBench analogy and ZAPBench rationale from the user-provided summary; ZAPBench arXiv listing found via web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28232"/>
            <a:ext cx="32004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研究案例总览｜四类系统共同支撑“结构 + 动态 + AI”范式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41832"/>
            <a:ext cx="10728655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4630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389888"/>
            <a:ext cx="28346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模型/方法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89888"/>
            <a:ext cx="388620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证明了什么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1389888"/>
            <a:ext cx="251460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研究价值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10512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46304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线虫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65960"/>
            <a:ext cx="283464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RNN / LSTM / GRU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965960"/>
            <a:ext cx="388620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极小 GRU 也能高保真替代复杂生物物理模型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1965960"/>
            <a:ext cx="251460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把昂贵仿真压缩成可训练、可迭代代理模型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53512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146304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果蝇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953512"/>
            <a:ext cx="283464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连接组约束深度网络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953512"/>
            <a:ext cx="388620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真实连接结构可支持运动检测并做出单细胞级预测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953512"/>
            <a:ext cx="251460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把“任务表现”与“生物机制”绑定起来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41064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41064"/>
            <a:ext cx="146304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斑马鱼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941064"/>
            <a:ext cx="283464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ZAPBench + 3D U-Net + POCO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941064"/>
            <a:ext cx="388620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直接利用 3D 时空视频与群体条件化可提升全脑预测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941064"/>
            <a:ext cx="251460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推动跨个体、跨模型统一评测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2861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28616"/>
            <a:ext cx="146304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小鼠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928616"/>
            <a:ext cx="283464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QuantFormer / BrainLM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928616"/>
            <a:ext cx="388620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基础模型能学到可迁移表示并泛化到新刺激/新个体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928616"/>
            <a:ext cx="2514600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提示神经活动领域也可能出现 foundation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916168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428232"/>
            <a:ext cx="1024128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Worm / fly / zebrafish / mouse examples from the supplied summary and supplementary public paper searches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28232"/>
            <a:ext cx="32004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结论与研究启示｜下一阶段的竞争力将来自“可解释预测”而非单点数据规模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41832"/>
            <a:ext cx="10728655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8229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566928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下一代脑模型需要同时满足三件事：尊重真实结构、学习动态规律、并在统一基准上被严格比较。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14600"/>
            <a:ext cx="3401568" cy="2743200"/>
          </a:xfrm>
          <a:prstGeom prst="rect">
            <a:avLst/>
          </a:prstGeom>
          <a:solidFill>
            <a:srgbClr val="E9F6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3401568" cy="502920"/>
          </a:xfrm>
          <a:prstGeom prst="rect">
            <a:avLst/>
          </a:prstGeom>
          <a:solidFill>
            <a:srgbClr val="00A9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514600"/>
            <a:ext cx="3182112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对实验神经科学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00400"/>
            <a:ext cx="3072384" cy="18745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连接组与功能记录应同步设计。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数据采集要为基准化与模型训练服务。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独立实验验证仍是关键。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2514600"/>
            <a:ext cx="3401568" cy="2743200"/>
          </a:xfrm>
          <a:prstGeom prst="rect">
            <a:avLst/>
          </a:prstGeom>
          <a:solidFill>
            <a:srgbClr val="E9F5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2514600"/>
            <a:ext cx="3401568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514600"/>
            <a:ext cx="3182112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对 AI 建模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3200400"/>
            <a:ext cx="3072384" cy="18745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少即是多：更强结构先验可换来更强解释力。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多步预测与跨个体泛化将成为核心指标。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foundation model 值得投入，但不能脱离生物约束。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2514600"/>
            <a:ext cx="3401568" cy="2743200"/>
          </a:xfrm>
          <a:prstGeom prst="rect">
            <a:avLst/>
          </a:prstGeom>
          <a:solidFill>
            <a:srgbClr val="F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2514600"/>
            <a:ext cx="3401568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514600"/>
            <a:ext cx="3182112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对领域组织方式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3072384" cy="18745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需要公开 benchmark、共享数据与标准报告。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需要“模型—实验—基准”三方闭环。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这会把神经科学推向更快的工程化迭代。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28232"/>
            <a:ext cx="1024128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Synthesized conclusion from the four arguments and the case studies in this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28232"/>
            <a:ext cx="32004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10058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结构给出边界，动态给出规则，AI 给出预测能力。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983480" y="2971800"/>
            <a:ext cx="224028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18320" cy="11887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谢谢。</a:t>
            </a:r>
            <a:br/>
            <a:r>
              <a:rPr>
                <a:ea typeface="KaiTi"/>
              </a:rPr>
              <a:t>本文件由 Mck-ppt-design-skill 设计规范生成，可继续扩展为正式汇报版本。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27432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28232"/>
            <a:ext cx="1024128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Presentation generated in McKinsey-style design language using python-pptx helpers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28232"/>
            <a:ext cx="320040" cy="201168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