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测试封面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副标题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测试表格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1874520"/>
            <a:ext cx="228600" cy="44805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20"/>
            <a:ext cx="3184855" cy="44805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来源</a:t>
            </a:r>
          </a:p>
        </p:txBody>
      </p:sp>
      <p:pic>
        <p:nvPicPr>
          <p:cNvPr id="16" name="Picture 15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